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7318-4DE8-A73A-EC45-A190D5AA4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1A1CC-E727-A90C-7DFA-DCD8ADBBE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A914C-BFEE-9DAB-829D-63CAA1A1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A565C-7107-8079-9AB9-F5B87410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A563-1AC8-AE67-D389-415C881C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182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AC2B-4C41-5ECD-EDCB-71131578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EE355-9A24-804B-4965-D6AFB1DA8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9B104-57FE-9AB7-104E-78E69CB4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20EA-1338-D74B-AAAD-1423AE21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ADBF6-800B-55B4-7850-E77C0453A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07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C733-EAE1-02D1-37C9-616A97F1C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357DC-7D98-E341-9265-24D1CE93D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5DC58-4188-E694-C19F-E155515F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E0FFE-6E79-9096-1331-261BF9F8C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2EFE-8426-3836-9FB1-7509875C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181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C810-D54E-A5B5-56A5-1AB3766A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166E-265E-A5CE-D229-28BF1D1FC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A2084-9AE5-5B39-56E6-6EAA070C4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6CA53-1212-6A0D-BCD2-1CE0A56E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0E613-5EFD-FF1A-55BC-1DCD54A0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A96C6-1CBE-1959-E58E-B4380648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559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ADF3-C904-AFFC-C335-D33453DC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63675-50DD-1BF4-76EE-A35F2E1D3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7458A-ACF7-52E4-E2CD-42B64C5AE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41F59-9253-9707-76CA-4050F11BD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C9F4E-AF32-D101-69EE-90DB38E10F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323DB-B31B-8E72-A3D2-4C9FC9DE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D510F-AA83-62A8-3CB7-95F53050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39EFE-535C-9D2E-E382-C2BE89FF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779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654F-3613-3D85-1C5F-A8AD7769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F3E04-3E3B-74BC-6070-1CFC6928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73451C-F441-B32E-FFB8-61D471D7E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77374-C295-1802-B1D6-DD2F34FB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29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0FECF-AB1B-A092-79FE-CEB62281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19B7E-4ED0-5184-D5D8-ED830291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9E7DD-6F68-F464-838E-E5D18BEB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19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6938-0969-32B6-0C8C-6D2D5741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3F090-46F1-3749-222C-5CDCDEE5F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FC368-5331-88C7-12AA-A562E040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F472-095E-88CE-A1E4-2E279066C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B363-8B4B-975F-FA1C-54C37278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98EBC-91B9-AA6C-C613-589E9B14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754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3A26-934A-BCDC-B4D4-26CCAE036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2624CC-2F2F-7E34-1037-65A323531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1CEB0-CC96-2F22-350F-63EC0BB68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74F01-187B-84DB-0280-6687B7C2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E276A-F630-491B-0AFC-46F5576A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5A286-DCDC-62B4-7A25-C1267F5F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7782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956B-2E4A-FF38-819E-7600F542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5B7B5-ECD7-E0AA-008F-DAC51A172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6813-4660-9E68-BBF1-2B7CEA7B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50FF-2917-688D-E33F-E5EEA187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9C07B-4398-DA74-A67E-82E80AF4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128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D64A4D-45DF-893D-D177-064931B46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954A1-7781-8A3C-F941-299561DC6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5E903-5F47-08DC-DD20-6FB72B57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7CBAF-3DBE-5F25-FB57-637C7ACC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7A612-0D5E-E730-FAB7-C3220CAC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76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DF53C-5435-223C-2DD5-85893DE1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01018-77DF-B3D8-5387-B92726515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A3140-2CA1-73B5-FD83-454FCFB42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2F205-AAB8-49D0-8B1B-2E8611ACFE1B}" type="datetimeFigureOut">
              <a:rPr lang="es-ES" smtClean="0"/>
              <a:t>18/05/2026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E59D-BECA-6B46-AB54-AA78F43E2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9DA9B-B9F7-5E22-47C5-078B42EC1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9DD6D-AE5F-4663-A01C-EEB3C25F854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659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8A773-68D0-6B14-9FE4-4DC19FBC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EDF8AE-EFE9-67A7-62F2-8C78F269B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455553"/>
            <a:ext cx="3517119" cy="394074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BD6C5BE-217A-DB5E-8834-C4235C450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1539343"/>
            <a:ext cx="3537345" cy="377316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FD678D-4F1F-48F7-6A73-8BD0A04A34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1455553"/>
            <a:ext cx="3517120" cy="3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4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FB2F8B-CD7A-AD46-82EC-49C812C4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FDFF89-7E33-0F15-F8F4-4F651D8C3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455553"/>
            <a:ext cx="3517119" cy="394074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0D51919-E63E-0652-4F41-D5F200431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1444222"/>
            <a:ext cx="3537345" cy="396341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F2ACCF8-960D-4DB5-22CC-E89B8045AC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1455553"/>
            <a:ext cx="3517120" cy="3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1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INOCENCIO PUSMA JURADO</dc:creator>
  <cp:lastModifiedBy>MANUEL INOCENCIO PUSMA JURADO</cp:lastModifiedBy>
  <cp:revision>1</cp:revision>
  <dcterms:created xsi:type="dcterms:W3CDTF">2026-05-18T08:32:58Z</dcterms:created>
  <dcterms:modified xsi:type="dcterms:W3CDTF">2026-05-18T08:38:42Z</dcterms:modified>
</cp:coreProperties>
</file>